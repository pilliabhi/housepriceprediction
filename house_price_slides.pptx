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49D9B7-67E0-4C11-874A-9C65DF80F33F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96F80-6525-4C63-9DA2-FE5BEE8C2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471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96F80-6525-4C63-9DA2-FE5BEE8C2B4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521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37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109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02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94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71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5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899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8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638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6547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141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1389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1324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6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61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37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predictive+model&amp;oq=give+the+objective+for+the+house+price+prediction+using+linear+regrression+project&amp;gs_lcrp=EgZjaHJvbWUyBggAEEUYOdIBCjY5OTQ0ajBqMTWoAgiwAgE&amp;sourceid=chrome&amp;ie=UTF-8&amp;mstk=AUtExfAlD5sGd6TAqR0741syaTMGJeX2lTWIePgEShw5qwNjD5MD5UyAr5aH8gVogOcULtt47xQo8ruiuaOwU13EJhajiLqo1Tg8T7ICPaezQXXPr-eaymbj2ly8pj86zBlNidY&amp;csui=3&amp;ved=2ahUKEwjn1trXjOCSAxVtd2wGHfgPMHsQgK4QegQIARAC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419" y="2998839"/>
            <a:ext cx="7976420" cy="1071716"/>
          </a:xfrm>
        </p:spPr>
        <p:txBody>
          <a:bodyPr>
            <a:noAutofit/>
          </a:bodyPr>
          <a:lstStyle/>
          <a:p>
            <a:r>
              <a:rPr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House Price Prediction using Linear</a:t>
            </a:r>
            <a:r>
              <a:rPr lang="en-US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Regression</a:t>
            </a: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.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F189A-CA52-34EB-1489-80042C029EBD}"/>
              </a:ext>
            </a:extLst>
          </p:cNvPr>
          <p:cNvSpPr txBox="1"/>
          <p:nvPr/>
        </p:nvSpPr>
        <p:spPr>
          <a:xfrm>
            <a:off x="3859160" y="1056968"/>
            <a:ext cx="9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latin typeface="Algerian" panose="04020705040A02060702" pitchFamily="82" charset="0"/>
              </a:rPr>
              <a:t>Title</a:t>
            </a:r>
            <a:endParaRPr lang="en-IN" sz="2400" u="sng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874" y="2347451"/>
            <a:ext cx="8469946" cy="3197943"/>
          </a:xfrm>
        </p:spPr>
        <p:txBody>
          <a:bodyPr>
            <a:noAutofit/>
          </a:bodyPr>
          <a:lstStyle/>
          <a:p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Understand ML workflow and</a:t>
            </a:r>
            <a:r>
              <a:rPr lang="en-U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predict house prices</a:t>
            </a:r>
            <a:r>
              <a:rPr lang="en-IN" sz="1500" dirty="0">
                <a:latin typeface="Segoe UI Black" panose="020B0A02040204020203" pitchFamily="34" charset="0"/>
                <a:ea typeface="Segoe UI Black" panose="020B0A02040204020203" pitchFamily="34" charset="0"/>
              </a:rPr>
              <a:t>.</a:t>
            </a:r>
          </a:p>
          <a:p>
            <a:r>
              <a:rPr lang="en-U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To build a </a:t>
            </a:r>
            <a:r>
              <a:rPr lang="en-US" sz="2800" dirty="0">
                <a:latin typeface="Segoe UI Black" panose="020B0A02040204020203" pitchFamily="34" charset="0"/>
                <a:ea typeface="Segoe UI Black" panose="020B0A02040204020203" pitchFamily="34" charset="0"/>
                <a:hlinkClick r:id="rId2"/>
              </a:rPr>
              <a:t>predictive model</a:t>
            </a:r>
            <a:r>
              <a:rPr lang="en-U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 that accurately estimates residential property prices by analyzing key features (e.g., area, bedrooms, location)</a:t>
            </a:r>
            <a:r>
              <a:rPr lang="en-US" sz="1500" dirty="0">
                <a:latin typeface="Segoe UI Black" panose="020B0A02040204020203" pitchFamily="34" charset="0"/>
                <a:ea typeface="Segoe UI Black" panose="020B0A02040204020203" pitchFamily="34" charset="0"/>
              </a:rPr>
              <a:t>.</a:t>
            </a:r>
            <a:r>
              <a:rPr lang="en-U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 </a:t>
            </a:r>
            <a:endParaRPr lang="en-IN"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217E6-852C-6365-4E9E-0BD29965BA72}"/>
              </a:ext>
            </a:extLst>
          </p:cNvPr>
          <p:cNvSpPr txBox="1"/>
          <p:nvPr/>
        </p:nvSpPr>
        <p:spPr>
          <a:xfrm>
            <a:off x="3569110" y="953727"/>
            <a:ext cx="178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latin typeface="Algerian" panose="04020705040A02060702" pitchFamily="82" charset="0"/>
              </a:rPr>
              <a:t>Objective</a:t>
            </a:r>
            <a:endParaRPr lang="en-IN" sz="2400" u="sng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5801" y="963088"/>
            <a:ext cx="1712398" cy="536096"/>
          </a:xfrm>
        </p:spPr>
        <p:txBody>
          <a:bodyPr>
            <a:normAutofit/>
          </a:bodyPr>
          <a:lstStyle/>
          <a:p>
            <a:pPr algn="ctr"/>
            <a:r>
              <a:rPr sz="2400" u="sng" dirty="0">
                <a:latin typeface="Algerian" panose="04020705040A02060702" pitchFamily="82" charset="0"/>
                <a:ea typeface="Segoe UI Black" panose="020B0A02040204020203" pitchFamily="34" charset="0"/>
              </a:rP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922" y="2745658"/>
            <a:ext cx="8436078" cy="1366684"/>
          </a:xfrm>
        </p:spPr>
        <p:txBody>
          <a:bodyPr>
            <a:normAutofit/>
          </a:bodyPr>
          <a:lstStyle/>
          <a:p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California Housing dataset with 20,640 rows</a:t>
            </a:r>
            <a:r>
              <a:rPr lang="en-US" sz="15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,</a:t>
            </a:r>
            <a:endParaRPr sz="15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0049" y="1097142"/>
            <a:ext cx="1283902" cy="604922"/>
          </a:xfrm>
        </p:spPr>
        <p:txBody>
          <a:bodyPr>
            <a:normAutofit/>
          </a:bodyPr>
          <a:lstStyle/>
          <a:p>
            <a:pPr algn="ctr"/>
            <a:r>
              <a:rPr sz="2400" u="sng" dirty="0">
                <a:latin typeface="Algerian" panose="04020705040A02060702" pitchFamily="82" charset="0"/>
              </a:rPr>
              <a:t>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245" y="2644876"/>
            <a:ext cx="7865807" cy="1071716"/>
          </a:xfrm>
        </p:spPr>
        <p:txBody>
          <a:bodyPr>
            <a:noAutofit/>
          </a:bodyPr>
          <a:lstStyle/>
          <a:p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Load data, explore, train model,</a:t>
            </a:r>
            <a:r>
              <a:rPr lang="en-U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evaluate</a:t>
            </a:r>
            <a:r>
              <a:rPr lang="en-IN" sz="1500" dirty="0">
                <a:latin typeface="Segoe UI Black" panose="020B0A02040204020203" pitchFamily="34" charset="0"/>
                <a:ea typeface="Segoe UI Black" panose="020B0A02040204020203" pitchFamily="34" charset="0"/>
              </a:rPr>
              <a:t>.</a:t>
            </a:r>
            <a:endParaRPr lang="en-US" sz="15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2949" y="946778"/>
            <a:ext cx="1378102" cy="526264"/>
          </a:xfrm>
        </p:spPr>
        <p:txBody>
          <a:bodyPr>
            <a:normAutofit/>
          </a:bodyPr>
          <a:lstStyle/>
          <a:p>
            <a:pPr algn="ctr"/>
            <a:r>
              <a:rPr sz="2400" u="sng" dirty="0">
                <a:latin typeface="Algerian" panose="04020705040A02060702" pitchFamily="82" charset="0"/>
              </a:rPr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735" y="2576052"/>
            <a:ext cx="8082116" cy="737419"/>
          </a:xfrm>
        </p:spPr>
        <p:txBody>
          <a:bodyPr>
            <a:noAutofit/>
          </a:bodyPr>
          <a:lstStyle/>
          <a:p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Linear Regression with train/test split</a:t>
            </a:r>
            <a:r>
              <a:rPr lang="en-IN" sz="1500" dirty="0">
                <a:latin typeface="Segoe UI Black" panose="020B0A02040204020203" pitchFamily="34" charset="0"/>
                <a:ea typeface="Segoe UI Black" panose="020B0A02040204020203" pitchFamily="34" charset="0"/>
              </a:rPr>
              <a:t>.</a:t>
            </a:r>
            <a:endParaRPr sz="15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0381" y="980953"/>
            <a:ext cx="1663237" cy="555761"/>
          </a:xfrm>
        </p:spPr>
        <p:txBody>
          <a:bodyPr>
            <a:normAutofit/>
          </a:bodyPr>
          <a:lstStyle/>
          <a:p>
            <a:pPr algn="ctr"/>
            <a:r>
              <a:rPr sz="2400" u="sng" dirty="0">
                <a:latin typeface="Algerian" panose="04020705040A02060702" pitchFamily="82" charset="0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1" y="2349909"/>
            <a:ext cx="7846142" cy="3451123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Model achieved moderate accuracy (R2~0.6)</a:t>
            </a:r>
            <a:r>
              <a:rPr lang="en-US" sz="1500" dirty="0">
                <a:latin typeface="Segoe UI Black" panose="020B0A02040204020203" pitchFamily="34" charset="0"/>
                <a:ea typeface="Segoe UI Black" panose="020B0A02040204020203" pitchFamily="34" charset="0"/>
              </a:rPr>
              <a:t>.</a:t>
            </a:r>
          </a:p>
          <a:p>
            <a:r>
              <a:rPr lang="en-US"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A continuous, numerical valuation (price) derived from a linear formula, y=mx+, where features like square </a:t>
            </a:r>
            <a:r>
              <a:rPr lang="en-US" sz="2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footage,bedrooms</a:t>
            </a:r>
            <a:r>
              <a:rPr lang="en-US"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, and location determine the outcome</a:t>
            </a:r>
            <a:r>
              <a:rPr lang="en-US" sz="1500" dirty="0">
                <a:latin typeface="Segoe UI Black" panose="020B0A02040204020203" pitchFamily="34" charset="0"/>
                <a:ea typeface="Segoe UI Black" panose="020B0A02040204020203" pitchFamily="34" charset="0"/>
              </a:rPr>
              <a:t>.</a:t>
            </a:r>
          </a:p>
          <a:p>
            <a:endParaRPr lang="en-US" sz="26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4072" y="901990"/>
            <a:ext cx="2095856" cy="555761"/>
          </a:xfrm>
        </p:spPr>
        <p:txBody>
          <a:bodyPr>
            <a:normAutofit/>
          </a:bodyPr>
          <a:lstStyle/>
          <a:p>
            <a:pPr algn="ctr"/>
            <a:r>
              <a:rPr sz="2400" u="sng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0699" y="2249128"/>
            <a:ext cx="8037327" cy="2716163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A simple, efficient, and interpretable method for estimating property values based on features like area, bedrooms, and location</a:t>
            </a:r>
            <a:r>
              <a:rPr lang="en-US" sz="1500" dirty="0">
                <a:latin typeface="Segoe UI Black" panose="020B0A02040204020203" pitchFamily="34" charset="0"/>
                <a:ea typeface="Segoe UI Black" panose="020B0A02040204020203" pitchFamily="34" charset="0"/>
              </a:rPr>
              <a:t>.</a:t>
            </a:r>
          </a:p>
          <a:p>
            <a:r>
              <a:rPr lang="en-US"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it is </a:t>
            </a:r>
            <a:r>
              <a:rPr lang="en-IN" sz="2600" dirty="0">
                <a:latin typeface="Segoe UI Black" panose="020B0A02040204020203" pitchFamily="34" charset="0"/>
                <a:ea typeface="Segoe UI Black" panose="020B0A02040204020203" pitchFamily="34" charset="0"/>
              </a:rPr>
              <a:t>model works reasonably well</a:t>
            </a:r>
            <a:r>
              <a:rPr lang="en-IN" sz="1500" dirty="0">
                <a:latin typeface="Segoe UI Black" panose="020B0A02040204020203" pitchFamily="34" charset="0"/>
                <a:ea typeface="Segoe UI Black" panose="020B0A02040204020203" pitchFamily="34" charset="0"/>
              </a:rPr>
              <a:t>.</a:t>
            </a:r>
          </a:p>
          <a:p>
            <a:endParaRPr sz="26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87</TotalTime>
  <Words>143</Words>
  <Application>Microsoft Office PowerPoint</Application>
  <PresentationFormat>On-screen Show (4:3)</PresentationFormat>
  <Paragraphs>18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Algerian</vt:lpstr>
      <vt:lpstr>Aptos</vt:lpstr>
      <vt:lpstr>Arial</vt:lpstr>
      <vt:lpstr>Century Gothic</vt:lpstr>
      <vt:lpstr>Segoe UI Black</vt:lpstr>
      <vt:lpstr>Wingdings 3</vt:lpstr>
      <vt:lpstr>Wisp</vt:lpstr>
      <vt:lpstr>PowerPoint Presentation</vt:lpstr>
      <vt:lpstr>PowerPoint Presentation</vt:lpstr>
      <vt:lpstr>Dataset</vt:lpstr>
      <vt:lpstr>Steps</vt:lpstr>
      <vt:lpstr>Model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Pilli Abhi</dc:creator>
  <cp:keywords/>
  <dc:description>generated using python-pptx</dc:description>
  <cp:lastModifiedBy>Pilli Abhi</cp:lastModifiedBy>
  <cp:revision>3</cp:revision>
  <dcterms:created xsi:type="dcterms:W3CDTF">2013-01-27T09:14:16Z</dcterms:created>
  <dcterms:modified xsi:type="dcterms:W3CDTF">2026-02-17T08:54:27Z</dcterms:modified>
  <cp:category/>
</cp:coreProperties>
</file>